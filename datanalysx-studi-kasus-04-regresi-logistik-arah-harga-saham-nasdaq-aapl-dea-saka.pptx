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M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</a:rPr>
              <a:t>DATANALYSX · Studi Kasus 04: Regresi Logistik: Arah Harga Saham NASDAQ (AAPL) · Dea Saka Kurnia Putra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C46A"/>
                </a:solidFill>
              </a:rPr>
              <a:t>DATANALYSX · LAPORAN ANALISIS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 Kasus 04: Regresi Logistik: Arah Harga Saham NASDAQ (AAPL)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8755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FE6"/>
                </a:solidFill>
              </a:rPr>
              <a:t>Prediksi naik/turun hari berikutnya dari 10 fitur OHLC tanpa look-ahead; MLE, walk-forward, bootstrap, uji 20 saham.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Disusun oleh: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Dea Saka Kurnia Putra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Tanggal: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21 Oktober 2026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Sumber: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http://localhost:5173/studi-kasus-04?tab=laporan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 Kasus 04: Regresi Logistik: Arah Harga Saham NASDAQ (AAPL)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983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6"/>
                </a:solidFill>
              </a:rPr>
              <a:t>Prediksi naik/turun hari berikutnya dari 10 fitur OHLC tanpa look-ahead; MLE, walk-forward, bootstrap, uji 20 saham.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Kinerja data uji AAPL (837 hari)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2704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AKURASI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51,37%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379394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6554" y="152704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BALANCED ACC.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16554" y="192024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49,18%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210148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7308" y="152704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PRESISI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7308" y="192024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53,93%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040901" y="141732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8061" y="152704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78061" y="192024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73,68%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7588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F1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62,28%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379394" y="356616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6554" y="367588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ROC-AUC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16554" y="406908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0,484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516554" y="4800600"/>
            <a:ext cx="232783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CI bootstrap [0,443; 0,525]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0148" y="356616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7308" y="367588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MCC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7308" y="406908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-0,0188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040901" y="3566160"/>
            <a:ext cx="2602154" cy="1920240"/>
          </a:xfrm>
          <a:prstGeom prst="roundRect">
            <a:avLst>
              <a:gd name="adj" fmla="val 4762"/>
            </a:avLst>
          </a:prstGeom>
          <a:solidFill>
            <a:srgbClr val="F3F6F2"/>
          </a:solidFill>
          <a:ln w="12700">
            <a:solidFill>
              <a:srgbClr val="DDE2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8061" y="3675888"/>
            <a:ext cx="2327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60"/>
                </a:solidFill>
              </a:rPr>
              <a:t>LOG-LOSS / BRIER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78061" y="4069080"/>
            <a:ext cx="232783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</a:rPr>
              <a:t>0,6955 / 0,2511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Kinerja data uji AAPL (837 hari)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Aktual \ Prediksi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Turun/Tetap (0)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Naik 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Turun/Tetap (0)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94TN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287FP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Naik 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120FN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336TP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Inferensi MLE tanpa regularisasi (IRLS)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Fitur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Odds ratio [CI 95%]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intercept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0,1115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0,0347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3,215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0,0013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1,118 [1,044–1,197]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return_1d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-0,0716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0,0634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-1,129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0,2591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0,931 [0,822–1,054]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return_2d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0,0193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0,0580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0,333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0,7392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1,019 [0,910–1,142]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return_5d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0,0491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0,0532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0,922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0,3566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1,050 [0,946–1,166]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ma_gap_5_20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0,0133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0,0879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0,151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0,8797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1,013 [0,853–1,204]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vol_10d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-0,0661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0,0704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-0,939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0,3475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0,936 [0,815–1,074]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vol_20d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0,0252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0,0669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0,376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0,7068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1,025 [0,899–1,169]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hl_spread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0,0048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0,0415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0,116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0,9080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1,005 [0,926–1,090]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oc_spread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-0,0164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0,0530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-0,310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0,7563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0,984 [0,887–1,091]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rsi_14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0,0405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0,0783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0,517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0,6051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1,041 [0,893–1,214]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momentum_10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-0,0708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0,0487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-1,454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0,1460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0,932 [0,847–1,025]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Inferensi MLE tanpa regularisasi (IRLS)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983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6"/>
                </a:solidFill>
              </a:rPr>
              <a:t>LR = 9,744 (df 10), p = 0,4632; McFadden R² = 0,0021. Tidak ada fitur yang signifikan (semua p &gt; 0,14).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Walk-forward 5 lipatan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Lipatan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 latih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 uji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Akurasi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697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697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0,4878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0,4829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0,6073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1.394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697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0,5079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0,5203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0,6332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2.091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697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0,5265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0,4993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0,5854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2.788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697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0,5079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0,4784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0,6347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3.485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697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0,5079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0,4815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26"/>
                          </a:solidFill>
                        </a:rPr>
                        <a:t>0,6243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Walk-forward 5 lipatan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983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6"/>
                </a:solidFill>
              </a:rPr>
              <a:t>Rata-rata AUC 0,4925 ± 0,0175; C optimal 0.001 (AUC CV 0,4984).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VIF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94415" cy="33283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Uji generalisasi lintas 20 emiten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94415" cy="46596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Uji generalisasi lintas 20 emiten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983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6"/>
                </a:solidFill>
              </a:rPr>
              <a:t>Rata-rata AUC 0,5156 (SD 0,0234), 14/20 di atas 0,5; uji-t p = 0,0075, Wilcoxon p = 0,0121. Signifikan secara statistik, namun ≈1,6 poin AUC hampir pasti habis oleh biaya transaksi.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B7791F"/>
                </a:solidFill>
              </a:rPr>
              <a:t>Jebakan threshold: “F1 optimal” 0,7053 pada threshold 0,05 (recall 1, presisi 0,545) hanyalah strategi “selalu prediksi naik” — Subbab 4.8.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FE6"/>
                </a:solidFill>
              </a:rPr>
              <a:t>Dea Saka Kurnia Putra · 21 Oktober 2026 · dibuat dengan DATANALYSX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DATANALYSX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 Kasus 04: Regresi Logistik: Arah Harga Saham NASDAQ (AAPL)</dc:title>
  <dc:subject>PptxGenJS Presentation</dc:subject>
  <dc:creator>Dea Saka Kurnia Putra</dc:creator>
  <cp:lastModifiedBy>Dea Saka Kurnia Putra</cp:lastModifiedBy>
  <cp:revision>1</cp:revision>
  <dcterms:created xsi:type="dcterms:W3CDTF">2026-10-21T10:29:45Z</dcterms:created>
  <dcterms:modified xsi:type="dcterms:W3CDTF">2026-10-21T10:29:45Z</dcterms:modified>
</cp:coreProperties>
</file>